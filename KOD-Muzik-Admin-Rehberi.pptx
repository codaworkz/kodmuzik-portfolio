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9A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KOD MÜZİK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Yönetim Paneli Rehberi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2103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2103120"/>
          </a:xfrm>
          <a:prstGeom prst="rect">
            <a:avLst/>
          </a:prstGeom>
          <a:solidFill>
            <a:srgbClr val="C19A4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Giriş Yapma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201168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Tarayıcınızda şu adrese gidin: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kodmuzik.com/admin/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adı ve şifrenizi girin.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"Giriş Yap" butonuna tıklayın.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3931920" cy="2103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17320"/>
            <a:ext cx="54864" cy="2103120"/>
          </a:xfrm>
          <a:prstGeom prst="rect">
            <a:avLst/>
          </a:prstGeom>
          <a:solidFill>
            <a:srgbClr val="C19A4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002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Genel Bakış</a:t>
            </a:r>
            <a:endParaRPr lang="en-US" sz="17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01168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1984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349240" y="2176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sayfa — istatistikler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48716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24597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Etkinlikler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49240" y="2651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Geçmiş ve gelecek etkinlik yönetimi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96265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49240" y="29352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349240" y="31272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Fotoğraf yükleme ve düzenleme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438144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49240" y="34107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Ayarlar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349240" y="3602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Şifre değiştirme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11480" y="3657600"/>
            <a:ext cx="8321040" cy="27432"/>
          </a:xfrm>
          <a:prstGeom prst="rect">
            <a:avLst/>
          </a:prstGeom>
          <a:solidFill>
            <a:srgbClr val="C19A49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03320"/>
            <a:ext cx="8229600" cy="12801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29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19A4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19A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Etkinlik &amp; Galeri Yönetimi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49808"/>
            <a:ext cx="786384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2331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2331720"/>
          </a:xfrm>
          <a:prstGeom prst="rect">
            <a:avLst/>
          </a:prstGeom>
          <a:solidFill>
            <a:srgbClr val="C19A4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 Ekleme / Düzenleme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1508760"/>
            <a:ext cx="3337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Etkinlik Ekleme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Etkinlikler → "Yeni Etkinlik Ekle" butonuna tıklayın.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 doldurup kaydedin.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Dolduracağınız Alanlar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 tipi (Geçmiş / Gelecek)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Başlık, Sanatçılar, Tür (TR + EN)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Tarih, Mekan, Şehir, Seri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Bilet &amp; Etkinlik Linki (Gelecek için)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Düzenleme &amp; Silme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Listede ilgili etkinliğin yanındaki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4A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Düzenle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veya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butonlarını kullanın.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3931920" cy="1417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3474720"/>
            <a:ext cx="54864" cy="1417320"/>
          </a:xfrm>
          <a:prstGeom prst="rect">
            <a:avLst/>
          </a:prstGeom>
          <a:solidFill>
            <a:srgbClr val="C19A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3931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 &amp; Önemli Notlar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77240" y="39776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 → "Fotoğraf Yükle" butonuna tıklayın.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Formatlar: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JPG, PNG, WebP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Maks: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19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değişiklikler anında siteye yansır.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ve EN alanlarını doldurmayı unutmayın.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Sorun olursa JSON yedekleri devrede kalır.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09160" y="960120"/>
            <a:ext cx="4023360" cy="27432"/>
          </a:xfrm>
          <a:prstGeom prst="rect">
            <a:avLst/>
          </a:prstGeom>
          <a:solidFill>
            <a:srgbClr val="C19A4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17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19A4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KOD Müzik — Yönetim Paneli Rehberi</dc:title>
  <dc:subject>PptxGenJS Presentation</dc:subject>
  <dc:creator>KOD Müzik</dc:creator>
  <cp:lastModifiedBy>KOD Müzik</cp:lastModifiedBy>
  <cp:revision>1</cp:revision>
  <dcterms:created xsi:type="dcterms:W3CDTF">2026-03-24T17:04:02Z</dcterms:created>
  <dcterms:modified xsi:type="dcterms:W3CDTF">2026-03-24T17:04:02Z</dcterms:modified>
</cp:coreProperties>
</file>